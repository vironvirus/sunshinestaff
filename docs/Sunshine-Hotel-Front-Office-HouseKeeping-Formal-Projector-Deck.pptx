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868680"/>
            <a:ext cx="10881360" cy="507492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234440"/>
            <a:ext cx="201168" cy="425196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0"/>
            <a:ext cx="1051560" cy="1577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126187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F9A4A"/>
                </a:solidFill>
                <a:latin typeface="Aptos"/>
              </a:rPr>
              <a:t>FORMAL PROJECTOR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7498079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Sunshine Hotel Staff Portal</a:t>
            </a:r>
          </a:p>
          <a:p>
            <a:r>
              <a:rPr sz="2300" b="1">
                <a:solidFill>
                  <a:srgbClr val="FFFFFF"/>
                </a:solidFill>
                <a:latin typeface="Aptos"/>
              </a:rPr>
              <a:t>Training for Front Office and HouseKeeping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520440"/>
            <a:ext cx="7680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FE5EF"/>
                </a:solidFill>
                <a:latin typeface="Aptos"/>
              </a:rPr>
              <a:t>Designed for managers and supervisors using live room control, cleaned-room release, complaints, reports, and shift supervision.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754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F9A4A"/>
                </a:solidFill>
                <a:latin typeface="Aptos"/>
              </a:rPr>
              <a:t>Audience: Front Office Manager, Front Office Supervisors, HouseKeeping Manager, HouseKeeping Supervisors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Session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Why this version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7132320" cy="4526280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6492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Train Front Office and HouseKeeping leaders on the exact live workflows they use every shift.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Keep slides projector-friendly with larger text, cleaner branding, and easier spoken delivery.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Focus on speed, accuracy, and cross-department room coordination.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Prepare managers and supervisors to use the app independently after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91640"/>
            <a:ext cx="3520440" cy="4526280"/>
          </a:xfrm>
          <a:prstGeom prst="roundRect">
            <a:avLst/>
          </a:prstGeom>
          <a:solidFill>
            <a:srgbClr val="21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F9A4A"/>
                </a:solidFill>
                <a:latin typeface="Aptos"/>
              </a:rPr>
              <a:t>Use this deck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31720"/>
            <a:ext cx="2834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Training in a meeting room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Projecting to a group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Running live demonstrations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Leading sign-off drills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Audience and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Who this deck is for and what each group can control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  <a:gridCol w="4572000"/>
              </a:tblGrid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Main access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Important limit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Front Office Manager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Full Front Office work tools, reports, complaints, events, team tools.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Cannot publish cleaned rooms.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Front Office 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Same operational access as Front Office manager for now.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Cannot publish cleaned rooms.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HouseKeeping Manager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Cleaned-room publishing, HouseKeeping reports, complaints, property issues, team tools.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Does not control Front Office guest check-in/out.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HouseKeeping 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Same operational access as HouseKeeping manager for now.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Must use room statuses carefully and consistently.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Portal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What leaders should understand before doing any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Header shows logo, staff name, department, title, and Sign out.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Summary cards show live operational numbers.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Tabs separate Work, Information, and Events and Bookings.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Mobile uses tab pills for switching sections.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Mindset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Work for operational changes.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Information for personal dashboard, announcements, birthdays, and news.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Events and Bookings when Front Office needs to create or edit event records.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Do not guess; verify the screen before saving.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Core Operating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These rules protect data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7132320" cy="4526280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6492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Always select Floor before Room.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Publish updates as soon as the room status changes in real life.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At 6:00 AM the hotel operational day resets, but active multi-day bookings continue automatically.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Out-of-order rooms must never be sold until cleared.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Unresolved complaints stay in daily reporting until fixed.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Reports should be printed or downloaded before shift handover.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91640"/>
            <a:ext cx="3520440" cy="4526280"/>
          </a:xfrm>
          <a:prstGeom prst="roundRect">
            <a:avLst/>
          </a:prstGeom>
          <a:solidFill>
            <a:srgbClr val="21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F9A4A"/>
                </a:solidFill>
                <a:latin typeface="Aptos"/>
              </a:rPr>
              <a:t>Trainer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31720"/>
            <a:ext cx="2834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the room changed in real life, it must change in the app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051560"/>
            <a:ext cx="10469880" cy="443484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051560"/>
            <a:ext cx="256032" cy="4434840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234440"/>
            <a:ext cx="914400" cy="1372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Front Office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34640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FE5EF"/>
                </a:solidFill>
                <a:latin typeface="Aptos"/>
              </a:rPr>
              <a:t>Check-in, check-out, room move, complaints, and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Front Office Shift Opening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Front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Check at the start of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Confirm your account name, department, and title are correct.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In-house, Available rooms, Breakfast entitlement, and Cleaned rooms.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the HouseKeeping Cleaned Rooms Report to see ready rooms.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unresolved complaints before allocating rooms.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Prevents selling bad rooms.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Keeps breakfast numbers accurate.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Reduces disagreement between Front Office and HouseKeeping.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Improves handover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Front Office Workflow: Check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Front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Work &gt; Rooms &gt; Check in guest.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Select Floor and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Set Booked for days.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Set Breakfast Yes/No and Breakfast count if needed.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Click Check in room and wait for success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What should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In-house increases.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Available rooms reduces.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Breakfast entitlement updates.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Room appears in the In House Report.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Freshly cleaned tag disappears if that room was just released by HouseKeeping.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Front Office Workflow: Check Out and Room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Front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Check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Check out room form.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Select floor and occupied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Click Mark checked out.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Confirm the room leaves occupied 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Room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Room move when the guest changes rooms but remains in house.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Select current occupied room, then select the new unoccupied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Click Move guest.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The move is saved into the daily report for that operational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Front Office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Front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Available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In House Report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HouseKeeping Cleaned Rooms Report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Daily Report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Date Range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What daily/date-range reporting now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Room counts and breakfast entitlement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Events for the selected day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Room moves for the selected day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Complaint follow-up until resolution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Fixed status on the resolution day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Front Office Complaints, Events, and Team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Front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Log issues with exact room, complaint type, and clear note.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Clear a complaint only when it is actually resolved.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Remember: unresolved complaints continue into later daily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Other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Events and Bookings: create and update event records.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Team: assign and remove shift dates for staff.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Information: news, announcements, birthdays, recognition, and personal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051560"/>
            <a:ext cx="10469880" cy="443484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051560"/>
            <a:ext cx="256032" cy="4434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234440"/>
            <a:ext cx="914400" cy="1372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HouseKeeping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34640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FE5EF"/>
                </a:solidFill>
                <a:latin typeface="Aptos"/>
              </a:rPr>
              <a:t>Cleaned-room release, room-status reports, and property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HouseKeeping Shift Opening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Housekeeping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Check at the start of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In-house, Available rooms, and Cleaned rooms summary cards.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the cleaned-room board and see what was already released.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Check Morning or Afternoon report status before new entries.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active complaints and out-of-order rooms.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Main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Keep room readiness honest and current.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Release clean rooms quickly.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Prevent Front Office from selling rooms that are not truly ready.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Support handover with visible reports instead of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HouseKeeping Workflow: Publish Cleaned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Housekeeping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How to do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Work &gt; Rooms &gt; Mark cleaned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Select Floor and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Click Publish cleaned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Check the cleaned-room board to confirm the room appears.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Important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Only HouseKeeping leaders publish cleaned rooms.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Front Office leaders can view and report on cleaned rooms but cannot publish them.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Clear any wrong cleaned-room entry immediately.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HouseKeeping Workflow: Morning and Afternoon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Housekeeping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How to complete a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Open Work &gt; HouseKeeping Reports.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Choose Morning report or Afternoon report.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Select Floor, Room, and Status.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Save each room and review the board on the right.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Print or download once the round is 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What supervisors should 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the correct status every time.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Keep the board updated room by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selected room details before clearing an entry.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the report as the internal truth for that shift.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HouseKeeping Status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Status colors that must be understood the same way by every leader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029968"/>
            <a:ext cx="1207008" cy="38404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9339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Occupied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4203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25E70"/>
                </a:solidFill>
                <a:latin typeface="Aptos"/>
              </a:rPr>
              <a:t>Guest is still staying in the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074920" cy="155448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8" y="2029968"/>
            <a:ext cx="1207008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08483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Vacant and Cleaned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54203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25E70"/>
                </a:solidFill>
                <a:latin typeface="Aptos"/>
              </a:rPr>
              <a:t>Room is empty and ready for sale.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074920" cy="15544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4133088"/>
            <a:ext cx="1207008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8795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9651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Out of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4515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25E70"/>
                </a:solidFill>
                <a:latin typeface="Aptos"/>
              </a:rPr>
              <a:t>Room cannot be sold until fixed and cleared.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5074920" cy="15544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0528" y="4133088"/>
            <a:ext cx="1207008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18795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09651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Vacant and Uncleaned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4645152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25E70"/>
                </a:solidFill>
                <a:latin typeface="Aptos"/>
              </a:rPr>
              <a:t>Room is empty but not ready for sale yet.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HouseKeeping Property, Complaints, and Team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Housekeeping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Property and 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Property to mark rooms Out of order and explain what must be done.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Complaints to review and clear issues after real resolution.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Do not clear a room issue early just to make stock look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Team and communication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Assign shifts in the Team section.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Remove wrong shifts quickly.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Use Information for announcements, news, birthdays, and staff details.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Review Events and Bookings when occupancy pressure may affect cleaning priorities.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051560"/>
            <a:ext cx="10469880" cy="443484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051560"/>
            <a:ext cx="256032" cy="4434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234440"/>
            <a:ext cx="914400" cy="1372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Joint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34640"/>
            <a:ext cx="7772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FE5EF"/>
                </a:solidFill>
                <a:latin typeface="Aptos"/>
              </a:rPr>
              <a:t>How Front Office and HouseKeeping should work together inside the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Cross-Department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The intended room life cycle inside the portal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31920"/>
                <a:gridCol w="4572000"/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Who acts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Expected result</a:t>
                      </a:r>
                    </a:p>
                  </a:txBody>
                  <a:tcPr>
                    <a:solidFill>
                      <a:srgbClr val="142035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Guest checks in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Front Office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becomes occupied and appears in in-house reporting.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Guest checks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Front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leaves occupied stock and becomes vacant.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cleaned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HouseKeeping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appears on cleaned-room board and as freshly cleaned for Front Office.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sold again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Front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Freshly cleaned tag disappears because room is occupied.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has fault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HouseKeeping or Maintainance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is marked out of order and removed from sellable stock.</a:t>
                      </a:r>
                    </a:p>
                  </a:txBody>
                  <a:tcPr>
                    <a:solidFill>
                      <a:srgbClr val="F8F6F1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Fault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HouseKeeping or Maintainance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Aptos"/>
                        </a:rPr>
                        <a:t>Room is cleared and can return to normal availability.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Practical Assessment Drills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Trainer-led exercises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Front Office drill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Check in one room with breakfast.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Check out one room correctly.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Move one guest to another room.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Print the daily report.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Run and download a date-range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HouseKeeping drill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Publish three cleaned rooms.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Complete one morning or afternoon report with mixed statuses.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Mark one room out of order with proper note.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Print the HouseKeeping report.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Clear one wrong entry correctly.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Common Mistakes to Correct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Trainer watchpoints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Front Office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Wrong floor selected before room choice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Breakfast count entered wrongly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Guest not checked out on time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Room move done without verifying destination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94960" cy="4462272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035"/>
                </a:solidFill>
                <a:latin typeface="Aptos"/>
              </a:rPr>
              <a:t>HouseKeeping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83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Publishing a room before it is truly clean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Using the wrong status color meaning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Clearing out-of-order too early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11827"/>
                </a:solidFill>
                <a:latin typeface="Aptos"/>
              </a:rPr>
              <a:t>Leaving reports incomplete before handover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73152"/>
            <a:ext cx="914400" cy="1372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6868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5"/>
                </a:solidFill>
                <a:latin typeface="Aptos"/>
              </a:rPr>
              <a:t>Go-Live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F9A4A"/>
                </a:solidFill>
                <a:latin typeface="Aptos"/>
              </a:rPr>
              <a:t>Minimum readiness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7132320" cy="4526280"/>
          </a:xfrm>
          <a:prstGeom prst="roundRect">
            <a:avLst/>
          </a:prstGeom>
          <a:solidFill>
            <a:srgbClr val="F8F6F1"/>
          </a:solidFill>
          <a:ln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6492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Every leader must log in without help.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Front Office leaders must complete one check-in, one check-out, one room move, and one report download alone.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HouseKeeping leaders must complete one cleaned-room publish, one report update, and one out-of-order update alone.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Both departments must explain the rule for complaint carry-over and report follow-up.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111827"/>
                </a:solidFill>
                <a:latin typeface="Aptos"/>
              </a:rPr>
              <a:t>Both departments must agree on who can publish cleaned rooms and who can only view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1691640"/>
            <a:ext cx="3520440" cy="4526280"/>
          </a:xfrm>
          <a:prstGeom prst="roundRect">
            <a:avLst/>
          </a:prstGeom>
          <a:solidFill>
            <a:srgbClr val="21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F9A4A"/>
                </a:solidFill>
                <a:latin typeface="Aptos"/>
              </a:rPr>
              <a:t>Escalation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31720"/>
            <a:ext cx="2834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Verify account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Refresh and retry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Capture room/date details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4. Escalate to IT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37376"/>
            <a:ext cx="11155680" cy="27432"/>
          </a:xfrm>
          <a:prstGeom prst="rect">
            <a:avLst/>
          </a:prstGeom>
          <a:solidFill>
            <a:srgbClr val="BF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25E70"/>
                </a:solidFill>
                <a:latin typeface="Aptos"/>
              </a:rPr>
              <a:t>Sunshine Hotel Staff Portal | Formal Projector Edition | Powered by Tapxora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4652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25E70"/>
                </a:solidFill>
                <a:latin typeface="Aptos"/>
              </a:rPr>
              <a:t>Slide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Projector Deck - Sunshine Hotel Staff Portal</dc:title>
  <dc:subject>Front Office and HouseKeeping leader onboarding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